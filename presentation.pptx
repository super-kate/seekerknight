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314" r:id="rId5"/>
    <p:sldId id="329" r:id="rId6"/>
    <p:sldId id="334" r:id="rId7"/>
    <p:sldId id="328" r:id="rId8"/>
    <p:sldId id="341" r:id="rId9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16" userDrawn="1">
          <p15:clr>
            <a:srgbClr val="A4A3A4"/>
          </p15:clr>
        </p15:guide>
        <p15:guide id="2" orient="horz" pos="1008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DDFE"/>
    <a:srgbClr val="D4DDFE"/>
    <a:srgbClr val="D5DEFF"/>
    <a:srgbClr val="F6F7FF"/>
    <a:srgbClr val="DBDCE5"/>
    <a:srgbClr val="F0F1FB"/>
    <a:srgbClr val="DFE1F6"/>
    <a:srgbClr val="EEEFF5"/>
    <a:srgbClr val="DFE1EF"/>
    <a:srgbClr val="A9B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309" autoAdjust="0"/>
    <p:restoredTop sz="95394" autoAdjust="0"/>
  </p:normalViewPr>
  <p:slideViewPr>
    <p:cSldViewPr snapToGrid="0">
      <p:cViewPr varScale="1">
        <p:scale>
          <a:sx n="75" d="100"/>
          <a:sy n="75" d="100"/>
        </p:scale>
        <p:origin x="44" y="364"/>
      </p:cViewPr>
      <p:guideLst>
        <p:guide orient="horz" pos="1416"/>
        <p:guide orient="horz" pos="1008"/>
        <p:guide pos="3840"/>
      </p:guideLst>
    </p:cSldViewPr>
  </p:slideViewPr>
  <p:outlineViewPr>
    <p:cViewPr>
      <p:scale>
        <a:sx n="33" d="100"/>
        <a:sy n="33" d="100"/>
      </p:scale>
      <p:origin x="0" y="-1036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394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C32BE22-BCF5-218A-BCDB-9D6463B9A4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36C6B9B-3CD0-9D38-9EB7-8FC9403B85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76668813-1553-41F1-B1E5-1285F592AD4B}" type="datetime1">
              <a:rPr lang="ru-RU" smtClean="0"/>
              <a:t>19.01.2026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745B14E-D4D7-1E40-CD23-AE797C2368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35121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C599F7B3-FCC8-49B2-A389-2D89924139FE}" type="datetime1">
              <a:rPr lang="ru-RU" smtClean="0"/>
              <a:pPr/>
              <a:t>19.01.2026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96E09883-B744-4FDD-8623-D69A6665002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764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96E09883-B744-4FDD-8623-D69A66650022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202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96E09883-B744-4FDD-8623-D69A66650022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1551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96E09883-B744-4FDD-8623-D69A66650022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4363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96E09883-B744-4FDD-8623-D69A66650022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0106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96E09883-B744-4FDD-8623-D69A66650022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455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1185" y="629469"/>
            <a:ext cx="8961120" cy="5599062"/>
          </a:xfrm>
        </p:spPr>
        <p:txBody>
          <a:bodyPr lIns="0" tIns="0" rIns="0" bIns="0" rtlCol="0" anchor="ctr">
            <a:noAutofit/>
          </a:bodyPr>
          <a:lstStyle>
            <a:lvl1pPr mar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lang="ru-RU" sz="70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6" name="Полилиния 5">
            <a:extLst>
              <a:ext uri="{FF2B5EF4-FFF2-40B4-BE49-F238E27FC236}">
                <a16:creationId xmlns:a16="http://schemas.microsoft.com/office/drawing/2014/main" id="{CA65DB93-2357-6899-3DDD-DC79C877A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29533" y="5801722"/>
            <a:ext cx="2115210" cy="1056278"/>
          </a:xfrm>
          <a:custGeom>
            <a:avLst/>
            <a:gdLst>
              <a:gd name="connsiteX0" fmla="*/ 1057605 w 2115210"/>
              <a:gd name="connsiteY0" fmla="*/ 0 h 1056278"/>
              <a:gd name="connsiteX1" fmla="*/ 2109820 w 2115210"/>
              <a:gd name="connsiteY1" fmla="*/ 949535 h 1056278"/>
              <a:gd name="connsiteX2" fmla="*/ 2115210 w 2115210"/>
              <a:gd name="connsiteY2" fmla="*/ 1056278 h 1056278"/>
              <a:gd name="connsiteX3" fmla="*/ 0 w 2115210"/>
              <a:gd name="connsiteY3" fmla="*/ 1056278 h 1056278"/>
              <a:gd name="connsiteX4" fmla="*/ 5390 w 2115210"/>
              <a:gd name="connsiteY4" fmla="*/ 949535 h 1056278"/>
              <a:gd name="connsiteX5" fmla="*/ 1057605 w 2115210"/>
              <a:gd name="connsiteY5" fmla="*/ 0 h 105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5210" h="1056278">
                <a:moveTo>
                  <a:pt x="1057605" y="0"/>
                </a:moveTo>
                <a:cubicBezTo>
                  <a:pt x="1605234" y="0"/>
                  <a:pt x="2055657" y="416196"/>
                  <a:pt x="2109820" y="949535"/>
                </a:cubicBezTo>
                <a:lnTo>
                  <a:pt x="2115210" y="1056278"/>
                </a:lnTo>
                <a:lnTo>
                  <a:pt x="0" y="1056278"/>
                </a:lnTo>
                <a:lnTo>
                  <a:pt x="5390" y="949535"/>
                </a:lnTo>
                <a:cubicBezTo>
                  <a:pt x="59553" y="416196"/>
                  <a:pt x="509976" y="0"/>
                  <a:pt x="105760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pic>
        <p:nvPicPr>
          <p:cNvPr id="11" name="Объект 1">
            <a:extLst>
              <a:ext uri="{FF2B5EF4-FFF2-40B4-BE49-F238E27FC236}">
                <a16:creationId xmlns:a16="http://schemas.microsoft.com/office/drawing/2014/main" id="{056E6431-5C32-6197-AA1B-376379431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9852" y="0"/>
            <a:ext cx="1574573" cy="395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3"/>
            <a:ext cx="6400800" cy="1828800"/>
          </a:xfrm>
        </p:spPr>
        <p:txBody>
          <a:bodyPr lIns="0" tIns="0" rIns="0" bIns="0" rtlCol="0">
            <a:noAutofit/>
          </a:bodyPr>
          <a:lstStyle>
            <a:lvl1pPr>
              <a:defRPr lang="ru-RU" baseline="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pic>
        <p:nvPicPr>
          <p:cNvPr id="10" name="Графический объект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2" name="Овал 11">
            <a:extLst>
              <a:ext uri="{FF2B5EF4-FFF2-40B4-BE49-F238E27FC236}">
                <a16:creationId xmlns:a16="http://schemas.microsoft.com/office/drawing/2014/main" id="{45B92DB2-64DD-608F-360F-52958A93E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5683" y="944192"/>
            <a:ext cx="1291008" cy="12910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CA1AC91-E5AE-A457-178C-6A577DAAF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1185" y="2774786"/>
            <a:ext cx="6400800" cy="3257550"/>
          </a:xfrm>
        </p:spPr>
        <p:txBody>
          <a:bodyPr lIns="0" rtlCol="0"/>
          <a:lstStyle>
            <a:lvl1pPr marL="0" indent="0">
              <a:buNone/>
              <a:defRPr lang="ru-RU" sz="2400"/>
            </a:lvl1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" name="Нижний колонтитул 4">
            <a:extLst>
              <a:ext uri="{FF2B5EF4-FFF2-40B4-BE49-F238E27FC236}">
                <a16:creationId xmlns:a16="http://schemas.microsoft.com/office/drawing/2014/main" id="{9D4FED77-2877-7D28-E27C-7BE9F5E73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lang="ru-RU"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90785AC1-54EA-61EE-115B-C1910CC60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lang="ru-RU"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рисунок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Графический объект 3">
            <a:extLst>
              <a:ext uri="{FF2B5EF4-FFF2-40B4-BE49-F238E27FC236}">
                <a16:creationId xmlns:a16="http://schemas.microsoft.com/office/drawing/2014/main" id="{F0B2CA14-03DC-FC05-7713-E0261B4B2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42" b="69630"/>
          <a:stretch>
            <a:fillRect/>
          </a:stretch>
        </p:blipFill>
        <p:spPr>
          <a:xfrm>
            <a:off x="1" y="4775200"/>
            <a:ext cx="6608233" cy="2082800"/>
          </a:xfrm>
          <a:custGeom>
            <a:avLst/>
            <a:gdLst>
              <a:gd name="connsiteX0" fmla="*/ 0 w 6608233"/>
              <a:gd name="connsiteY0" fmla="*/ 0 h 2082800"/>
              <a:gd name="connsiteX1" fmla="*/ 6608233 w 6608233"/>
              <a:gd name="connsiteY1" fmla="*/ 0 h 2082800"/>
              <a:gd name="connsiteX2" fmla="*/ 6608233 w 6608233"/>
              <a:gd name="connsiteY2" fmla="*/ 2082800 h 2082800"/>
              <a:gd name="connsiteX3" fmla="*/ 0 w 6608233"/>
              <a:gd name="connsiteY3" fmla="*/ 2082800 h 208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08233" h="2082800">
                <a:moveTo>
                  <a:pt x="0" y="0"/>
                </a:moveTo>
                <a:lnTo>
                  <a:pt x="6608233" y="0"/>
                </a:lnTo>
                <a:lnTo>
                  <a:pt x="6608233" y="2082800"/>
                </a:lnTo>
                <a:lnTo>
                  <a:pt x="0" y="2082800"/>
                </a:lnTo>
                <a:close/>
              </a:path>
            </a:pathLst>
          </a:custGeom>
        </p:spPr>
      </p:pic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5EC223C2-E475-8E7A-48D4-A9BC2EB69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49382" y="1747860"/>
            <a:ext cx="2692400" cy="2692400"/>
          </a:xfrm>
          <a:custGeom>
            <a:avLst/>
            <a:gdLst>
              <a:gd name="connsiteX0" fmla="*/ 1346200 w 2692400"/>
              <a:gd name="connsiteY0" fmla="*/ 0 h 2692400"/>
              <a:gd name="connsiteX1" fmla="*/ 2692400 w 2692400"/>
              <a:gd name="connsiteY1" fmla="*/ 1346200 h 2692400"/>
              <a:gd name="connsiteX2" fmla="*/ 1346200 w 2692400"/>
              <a:gd name="connsiteY2" fmla="*/ 2692400 h 2692400"/>
              <a:gd name="connsiteX3" fmla="*/ 0 w 2692400"/>
              <a:gd name="connsiteY3" fmla="*/ 1346200 h 2692400"/>
              <a:gd name="connsiteX4" fmla="*/ 1346200 w 2692400"/>
              <a:gd name="connsiteY4" fmla="*/ 0 h 2692400"/>
              <a:gd name="connsiteX5" fmla="*/ 1346199 w 2692400"/>
              <a:gd name="connsiteY5" fmla="*/ 457130 h 2692400"/>
              <a:gd name="connsiteX6" fmla="*/ 457130 w 2692400"/>
              <a:gd name="connsiteY6" fmla="*/ 1346199 h 2692400"/>
              <a:gd name="connsiteX7" fmla="*/ 1346199 w 2692400"/>
              <a:gd name="connsiteY7" fmla="*/ 2235268 h 2692400"/>
              <a:gd name="connsiteX8" fmla="*/ 2235268 w 2692400"/>
              <a:gd name="connsiteY8" fmla="*/ 1346199 h 2692400"/>
              <a:gd name="connsiteX9" fmla="*/ 1346199 w 2692400"/>
              <a:gd name="connsiteY9" fmla="*/ 45713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rgbClr val="D5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1BD9D7CE-BCD9-0B12-1945-C5FFE31A7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93014" y="361075"/>
            <a:ext cx="2115351" cy="21153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9455275E-28AB-F0B7-E799-5116B11205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827307"/>
            <a:ext cx="6400800" cy="5203387"/>
          </a:xfrm>
        </p:spPr>
        <p:txBody>
          <a:bodyPr lIns="0" tIns="0" rIns="0" bIns="0" rtlCol="0" anchor="ctr">
            <a:noAutofit/>
          </a:bodyPr>
          <a:lstStyle>
            <a:lvl1pPr>
              <a:defRPr lang="ru-RU" sz="54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97BD7E0A-39A9-0CF7-F1CE-E777075BFA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01915" y="304690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ln w="57150">
            <a:noFill/>
          </a:ln>
        </p:spPr>
        <p:txBody>
          <a:bodyPr wrap="square" tIns="1371600" rtlCol="0">
            <a:noAutofit/>
          </a:bodyPr>
          <a:lstStyle>
            <a:lvl1pPr marL="0" indent="0" algn="ctr">
              <a:buNone/>
              <a:defRPr lang="ru-RU" sz="16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3163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подзаголовок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Объект 1">
            <a:extLst>
              <a:ext uri="{FF2B5EF4-FFF2-40B4-BE49-F238E27FC236}">
                <a16:creationId xmlns:a16="http://schemas.microsoft.com/office/drawing/2014/main" id="{269C21E5-B8EE-7438-A771-34BC8006E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385898" y="0"/>
            <a:ext cx="1574573" cy="3954463"/>
          </a:xfrm>
          <a:prstGeom prst="rect">
            <a:avLst/>
          </a:prstGeom>
        </p:spPr>
      </p:pic>
      <p:sp>
        <p:nvSpPr>
          <p:cNvPr id="3" name="Овал 2">
            <a:extLst>
              <a:ext uri="{FF2B5EF4-FFF2-40B4-BE49-F238E27FC236}">
                <a16:creationId xmlns:a16="http://schemas.microsoft.com/office/drawing/2014/main" id="{18F333FA-6DDE-DB6C-73BB-FE8387977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15508" y="4240999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B87953E-96F2-8BCC-B295-E1033E7D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7599718" cy="3051394"/>
          </a:xfrm>
        </p:spPr>
        <p:txBody>
          <a:bodyPr lIns="0" tIns="0" rIns="0" bIns="0" rtlCol="0" anchor="b">
            <a:noAutofit/>
          </a:bodyPr>
          <a:lstStyle>
            <a:lvl1pPr>
              <a:defRPr lang="ru-RU" sz="54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6" name="Текст 15">
            <a:extLst>
              <a:ext uri="{FF2B5EF4-FFF2-40B4-BE49-F238E27FC236}">
                <a16:creationId xmlns:a16="http://schemas.microsoft.com/office/drawing/2014/main" id="{0A627B70-91C8-40B9-6189-B29749FF6E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1185" y="3965028"/>
            <a:ext cx="7599718" cy="1493781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2400" b="1" i="0">
                <a:solidFill>
                  <a:schemeClr val="accent4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lang="ru-RU" sz="1800" b="1" i="0">
                <a:latin typeface="Arial Black" panose="020B0604020202020204" pitchFamily="34" charset="0"/>
                <a:cs typeface="Arial Black" panose="020B0604020202020204" pitchFamily="34" charset="0"/>
              </a:defRPr>
            </a:lvl2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894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7C12813-DBA6-41C2-2418-83919E059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741680" y="0"/>
            <a:ext cx="2133966" cy="2133966"/>
            <a:chOff x="9654699" y="2229295"/>
            <a:chExt cx="2133966" cy="2133966"/>
          </a:xfrm>
        </p:grpSpPr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C2A74540-7988-B712-8AB1-9EE03FE1EC8A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736CF9A1-91DA-6419-08F2-4CC262EA4D1E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</p:grpSp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AAAE3BC0-55AE-B520-F2B8-50BF886EF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2884" r="34757"/>
          <a:stretch>
            <a:fillRect/>
          </a:stretch>
        </p:blipFill>
        <p:spPr>
          <a:xfrm flipH="1" flipV="1">
            <a:off x="0" y="3626779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7B29A2F3-C289-9762-6F9F-DA18D322DF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0" y="621972"/>
            <a:ext cx="6400800" cy="1828800"/>
          </a:xfrm>
        </p:spPr>
        <p:txBody>
          <a:bodyPr lIns="0" tIns="0" rIns="0" bIns="0"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8F2A1870-E86B-5125-7AB3-A1F5DF7E752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953000" y="2768043"/>
            <a:ext cx="6400799" cy="3231221"/>
          </a:xfrm>
        </p:spPr>
        <p:txBody>
          <a:bodyPr lIns="0" tIns="0" rIns="0" bIns="0" rtlCol="0"/>
          <a:lstStyle>
            <a:lvl1pPr marL="0" indent="0">
              <a:buNone/>
              <a:defRPr lang="ru-RU" sz="1800"/>
            </a:lvl1pPr>
            <a:lvl2pPr marL="411480">
              <a:defRPr lang="ru-RU" sz="1600"/>
            </a:lvl2pPr>
            <a:lvl3pPr marL="685800">
              <a:defRPr lang="ru-RU" sz="1400"/>
            </a:lvl3pPr>
            <a:lvl4pPr marL="1051560">
              <a:defRPr lang="ru-RU" sz="1200"/>
            </a:lvl4pPr>
            <a:lvl5pPr marL="1417320">
              <a:defRPr lang="ru-RU" sz="10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F1FE2A1C-A3CC-9D8B-DE44-FDE1132F7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lang="ru-RU"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23C454DD-C924-8468-6944-AF53508CD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lang="ru-RU"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8825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подзаголовок + рисунок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3051393"/>
          </a:xfrm>
        </p:spPr>
        <p:txBody>
          <a:bodyPr lIns="0" tIns="0" rIns="0" bIns="0" rtlCol="0" anchor="b">
            <a:noAutofit/>
          </a:bodyPr>
          <a:lstStyle>
            <a:lvl1pPr>
              <a:defRPr lang="ru-RU" sz="5400" baseline="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4" name="Текст 15">
            <a:extLst>
              <a:ext uri="{FF2B5EF4-FFF2-40B4-BE49-F238E27FC236}">
                <a16:creationId xmlns:a16="http://schemas.microsoft.com/office/drawing/2014/main" id="{E0CDAE70-42DC-AB0D-6734-B9944B799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185" y="3965028"/>
            <a:ext cx="6400799" cy="1966747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ru-RU" sz="2400" b="1" i="0" dirty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pPr marL="228600" lvl="0" indent="-228600" rtl="0"/>
            <a:r>
              <a:rPr lang="ru-RU"/>
              <a:t>Подзаголовок слайда</a:t>
            </a:r>
          </a:p>
        </p:txBody>
      </p:sp>
      <p:pic>
        <p:nvPicPr>
          <p:cNvPr id="10" name="Графический объект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2" name="Овал 11">
            <a:extLst>
              <a:ext uri="{FF2B5EF4-FFF2-40B4-BE49-F238E27FC236}">
                <a16:creationId xmlns:a16="http://schemas.microsoft.com/office/drawing/2014/main" id="{45B92DB2-64DD-608F-360F-52958A93E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5683" y="944192"/>
            <a:ext cx="1291008" cy="12910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038EDAF-6CF8-D96E-EB91-CAFEBE0CA1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91187" y="247518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solidFill>
            <a:schemeClr val="accent3"/>
          </a:solidFill>
          <a:ln w="57150">
            <a:noFill/>
          </a:ln>
        </p:spPr>
        <p:txBody>
          <a:bodyPr wrap="square" tIns="1188720" rtlCol="0">
            <a:noAutofit/>
          </a:bodyPr>
          <a:lstStyle>
            <a:lvl1pPr marL="0" indent="0" algn="ctr">
              <a:buNone/>
              <a:defRPr lang="ru-RU" sz="16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BE148B4D-CB0B-8B95-BA58-B33DE0530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lang="ru-RU"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9B895145-43B3-C337-08C1-C009F83D8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lang="ru-RU"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388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объекта содержимого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A22F8239-92F5-595B-5DD3-ACBA1C19E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2969"/>
          <a:stretch/>
        </p:blipFill>
        <p:spPr>
          <a:xfrm>
            <a:off x="3459002" y="5609995"/>
            <a:ext cx="7328137" cy="1248005"/>
          </a:xfrm>
          <a:custGeom>
            <a:avLst/>
            <a:gdLst>
              <a:gd name="connsiteX0" fmla="*/ 0 w 7328137"/>
              <a:gd name="connsiteY0" fmla="*/ 0 h 1912980"/>
              <a:gd name="connsiteX1" fmla="*/ 7328137 w 7328137"/>
              <a:gd name="connsiteY1" fmla="*/ 0 h 1912980"/>
              <a:gd name="connsiteX2" fmla="*/ 7328137 w 7328137"/>
              <a:gd name="connsiteY2" fmla="*/ 1912980 h 1912980"/>
              <a:gd name="connsiteX3" fmla="*/ 0 w 7328137"/>
              <a:gd name="connsiteY3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8137" h="1912980">
                <a:moveTo>
                  <a:pt x="0" y="0"/>
                </a:moveTo>
                <a:lnTo>
                  <a:pt x="7328137" y="0"/>
                </a:lnTo>
                <a:lnTo>
                  <a:pt x="7328137" y="1912980"/>
                </a:lnTo>
                <a:lnTo>
                  <a:pt x="0" y="1912980"/>
                </a:lnTo>
                <a:close/>
              </a:path>
            </a:pathLst>
          </a:cu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DF9E987C-6F3E-FB11-D796-2D5F9075A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0"/>
            <a:ext cx="2133966" cy="2133966"/>
            <a:chOff x="9654699" y="2229295"/>
            <a:chExt cx="2133966" cy="2133966"/>
          </a:xfrm>
        </p:grpSpPr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53342B09-3192-492F-3F5F-19163C83F9EE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062E2B15-36A9-C2C7-6306-EEA512B646D0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</p:grp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52DD956C-BC83-8F97-6FF5-5A11028F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21792"/>
            <a:ext cx="8180412" cy="1828800"/>
          </a:xfrm>
        </p:spPr>
        <p:txBody>
          <a:bodyPr lIns="0" tIns="0" rIns="0" bIns="0"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5A612ED1-3CD3-8532-2C92-777F6D005F1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3816" y="2948152"/>
            <a:ext cx="4956470" cy="3120773"/>
          </a:xfrm>
        </p:spPr>
        <p:txBody>
          <a:bodyPr lIns="0" tIns="0" rIns="0" bIns="0" rtlCol="0"/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685800">
              <a:spcBef>
                <a:spcPts val="1000"/>
              </a:spcBef>
              <a:defRPr lang="ru-RU" sz="1800"/>
            </a:lvl3pPr>
            <a:lvl4pPr marL="1051560">
              <a:spcBef>
                <a:spcPts val="1000"/>
              </a:spcBef>
              <a:defRPr lang="ru-RU" sz="1800"/>
            </a:lvl4pPr>
            <a:lvl5pPr marL="1417320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A4BCE7-3651-7CA3-1353-9B2526D267A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421716" y="2948152"/>
            <a:ext cx="4956470" cy="3120773"/>
          </a:xfrm>
        </p:spPr>
        <p:txBody>
          <a:bodyPr lIns="0" tIns="0" rIns="0" bIns="0" rtlCol="0"/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685800">
              <a:spcBef>
                <a:spcPts val="1000"/>
              </a:spcBef>
              <a:defRPr lang="ru-RU" sz="1800"/>
            </a:lvl3pPr>
            <a:lvl4pPr marL="1051560">
              <a:spcBef>
                <a:spcPts val="1000"/>
              </a:spcBef>
              <a:defRPr lang="ru-RU" sz="1800"/>
            </a:lvl4pPr>
            <a:lvl5pPr marL="1417320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6886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содержимого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1">
            <a:extLst>
              <a:ext uri="{FF2B5EF4-FFF2-40B4-BE49-F238E27FC236}">
                <a16:creationId xmlns:a16="http://schemas.microsoft.com/office/drawing/2014/main" id="{83F8143D-16B1-4CE2-1910-9E5074922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10800000">
            <a:off x="1084203" y="4586286"/>
            <a:ext cx="1574573" cy="2271713"/>
          </a:xfrm>
          <a:prstGeom prst="rect">
            <a:avLst/>
          </a:prstGeom>
        </p:spPr>
      </p:pic>
      <p:sp>
        <p:nvSpPr>
          <p:cNvPr id="10" name="Овал 9">
            <a:extLst>
              <a:ext uri="{FF2B5EF4-FFF2-40B4-BE49-F238E27FC236}">
                <a16:creationId xmlns:a16="http://schemas.microsoft.com/office/drawing/2014/main" id="{F6BE63D1-6CC6-AD50-D587-0514090FB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13816" y="2184400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05155"/>
            <a:ext cx="10571734" cy="1160145"/>
          </a:xfrm>
        </p:spPr>
        <p:txBody>
          <a:bodyPr lIns="0" tIns="0" rIns="0" bIns="0"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DE6614-889D-2DB5-4C2F-DCBD22BA3B2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835400" y="2185127"/>
            <a:ext cx="2736849" cy="4067717"/>
          </a:xfrm>
        </p:spPr>
        <p:txBody>
          <a:bodyPr lIns="0" tIns="0" rIns="0" bIns="0" rtlCol="0"/>
          <a:lstStyle>
            <a:lvl1pPr marL="342900" indent="-342900">
              <a:buFont typeface="+mj-lt"/>
              <a:buAutoNum type="arabicPeriod"/>
              <a:defRPr lang="ru-RU" sz="1800"/>
            </a:lvl1pPr>
            <a:lvl2pPr marL="525780" indent="-342900">
              <a:buFont typeface="+mj-lt"/>
              <a:buAutoNum type="alphaLcPeriod"/>
              <a:defRPr lang="ru-RU" sz="1800"/>
            </a:lvl2pPr>
            <a:lvl3pPr marL="800100" indent="-342900">
              <a:buFont typeface="+mj-lt"/>
              <a:buAutoNum type="arabicParenR"/>
              <a:defRPr lang="ru-RU" sz="1800"/>
            </a:lvl3pPr>
            <a:lvl4pPr marL="1051560" indent="-228600">
              <a:buFont typeface="+mj-lt"/>
              <a:buAutoNum type="alphaLcParenR"/>
              <a:defRPr lang="ru-RU" sz="1800"/>
            </a:lvl4pPr>
            <a:lvl5pPr marL="1417320" indent="-228600">
              <a:buFont typeface="+mj-lt"/>
              <a:buAutoNum type="romanLcPeriod"/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B7B2B871-B646-8E1E-CD57-2224B2D4E59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7221564" y="2184400"/>
            <a:ext cx="4156619" cy="4046290"/>
          </a:xfrm>
        </p:spPr>
        <p:txBody>
          <a:bodyPr lIns="0" tIns="0" rIns="0" bIns="0" rtlCol="0"/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685800">
              <a:spcBef>
                <a:spcPts val="1000"/>
              </a:spcBef>
              <a:defRPr lang="ru-RU" sz="1800"/>
            </a:lvl3pPr>
            <a:lvl4pPr marL="1051560">
              <a:spcBef>
                <a:spcPts val="1000"/>
              </a:spcBef>
              <a:defRPr lang="ru-RU" sz="1800"/>
            </a:lvl4pPr>
            <a:lvl5pPr marL="1417320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7698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+ рисунок 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Графический объект 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028" b="78285"/>
          <a:stretch/>
        </p:blipFill>
        <p:spPr>
          <a:xfrm>
            <a:off x="0" y="5368807"/>
            <a:ext cx="3769950" cy="1489194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Графический объект 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6275416" cy="1828800"/>
          </a:xfrm>
        </p:spPr>
        <p:txBody>
          <a:bodyPr lIns="0" tIns="0" rIns="0" bIns="0"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CFE945C7-CAAC-C9B4-0B56-EC62E53C8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82467" y="5439854"/>
            <a:ext cx="1096391" cy="10963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1" name="Полилиния 4">
            <a:extLst>
              <a:ext uri="{FF2B5EF4-FFF2-40B4-BE49-F238E27FC236}">
                <a16:creationId xmlns:a16="http://schemas.microsoft.com/office/drawing/2014/main" id="{E58C5299-758C-70DA-D929-E0BC719E9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16629" y="3758740"/>
            <a:ext cx="2130921" cy="2130921"/>
          </a:xfrm>
          <a:custGeom>
            <a:avLst/>
            <a:gdLst>
              <a:gd name="connsiteX0" fmla="*/ 1346200 w 2692400"/>
              <a:gd name="connsiteY0" fmla="*/ 0 h 2692400"/>
              <a:gd name="connsiteX1" fmla="*/ 2692400 w 2692400"/>
              <a:gd name="connsiteY1" fmla="*/ 1346200 h 2692400"/>
              <a:gd name="connsiteX2" fmla="*/ 1346200 w 2692400"/>
              <a:gd name="connsiteY2" fmla="*/ 2692400 h 2692400"/>
              <a:gd name="connsiteX3" fmla="*/ 0 w 2692400"/>
              <a:gd name="connsiteY3" fmla="*/ 1346200 h 2692400"/>
              <a:gd name="connsiteX4" fmla="*/ 1346200 w 2692400"/>
              <a:gd name="connsiteY4" fmla="*/ 0 h 2692400"/>
              <a:gd name="connsiteX5" fmla="*/ 1346199 w 2692400"/>
              <a:gd name="connsiteY5" fmla="*/ 457130 h 2692400"/>
              <a:gd name="connsiteX6" fmla="*/ 457130 w 2692400"/>
              <a:gd name="connsiteY6" fmla="*/ 1346199 h 2692400"/>
              <a:gd name="connsiteX7" fmla="*/ 1346199 w 2692400"/>
              <a:gd name="connsiteY7" fmla="*/ 2235268 h 2692400"/>
              <a:gd name="connsiteX8" fmla="*/ 2235268 w 2692400"/>
              <a:gd name="connsiteY8" fmla="*/ 1346199 h 2692400"/>
              <a:gd name="connsiteX9" fmla="*/ 1346199 w 2692400"/>
              <a:gd name="connsiteY9" fmla="*/ 45713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rgbClr val="D5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7A4C6AC-F9E8-412E-2D6B-9FDD07ADDE7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0330" y="2771566"/>
            <a:ext cx="6275387" cy="3271324"/>
          </a:xfrm>
        </p:spPr>
        <p:txBody>
          <a:bodyPr lIns="0" rtlCol="0"/>
          <a:lstStyle>
            <a:lvl1pPr marL="0" indent="0">
              <a:buNone/>
              <a:defRPr lang="ru-RU"/>
            </a:lvl1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2" name="Рисунок 31">
            <a:extLst>
              <a:ext uri="{FF2B5EF4-FFF2-40B4-BE49-F238E27FC236}">
                <a16:creationId xmlns:a16="http://schemas.microsoft.com/office/drawing/2014/main" id="{C0463C33-FF99-2443-BE5D-682AC8CB8B7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09054" y="459137"/>
            <a:ext cx="4126800" cy="4126800"/>
          </a:xfrm>
          <a:custGeom>
            <a:avLst/>
            <a:gdLst>
              <a:gd name="connsiteX0" fmla="*/ 2063400 w 4126800"/>
              <a:gd name="connsiteY0" fmla="*/ 0 h 4126800"/>
              <a:gd name="connsiteX1" fmla="*/ 4126800 w 4126800"/>
              <a:gd name="connsiteY1" fmla="*/ 2063400 h 4126800"/>
              <a:gd name="connsiteX2" fmla="*/ 2063400 w 4126800"/>
              <a:gd name="connsiteY2" fmla="*/ 4126800 h 4126800"/>
              <a:gd name="connsiteX3" fmla="*/ 0 w 4126800"/>
              <a:gd name="connsiteY3" fmla="*/ 2063400 h 4126800"/>
              <a:gd name="connsiteX4" fmla="*/ 2063400 w 4126800"/>
              <a:gd name="connsiteY4" fmla="*/ 0 h 412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26800" h="4126800">
                <a:moveTo>
                  <a:pt x="2063400" y="0"/>
                </a:moveTo>
                <a:cubicBezTo>
                  <a:pt x="3202984" y="0"/>
                  <a:pt x="4126800" y="923816"/>
                  <a:pt x="4126800" y="2063400"/>
                </a:cubicBezTo>
                <a:cubicBezTo>
                  <a:pt x="4126800" y="3202984"/>
                  <a:pt x="3202984" y="4126800"/>
                  <a:pt x="2063400" y="4126800"/>
                </a:cubicBezTo>
                <a:cubicBezTo>
                  <a:pt x="923816" y="4126800"/>
                  <a:pt x="0" y="3202984"/>
                  <a:pt x="0" y="2063400"/>
                </a:cubicBezTo>
                <a:cubicBezTo>
                  <a:pt x="0" y="923816"/>
                  <a:pt x="923816" y="0"/>
                  <a:pt x="2063400" y="0"/>
                </a:cubicBezTo>
                <a:close/>
              </a:path>
            </a:pathLst>
          </a:custGeom>
        </p:spPr>
        <p:txBody>
          <a:bodyPr wrap="square" tIns="731520" rtlCol="0">
            <a:noAutofit/>
          </a:bodyPr>
          <a:lstStyle>
            <a:lvl1pPr marL="0" indent="0" algn="ctr">
              <a:buNone/>
              <a:defRPr lang="ru-RU" sz="16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1806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+ таблица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D978EB2-1AE7-BB87-954B-F3DBF5080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10569634" cy="1801793"/>
          </a:xfrm>
        </p:spPr>
        <p:txBody>
          <a:bodyPr lIns="0" tIns="0" rIns="0" bIns="0"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1406BDC3-2B84-117A-BF71-A331C1DD6BC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3" y="2796209"/>
            <a:ext cx="3657598" cy="3147392"/>
          </a:xfrm>
        </p:spPr>
        <p:txBody>
          <a:bodyPr lIns="0" tIns="0" rIns="0" bIns="0" rtlCol="0"/>
          <a:lstStyle>
            <a:lvl1pPr marL="285750" indent="-285750">
              <a:buFont typeface="Arial" panose="020B0604020202020204" pitchFamily="34" charset="0"/>
              <a:buChar char="•"/>
              <a:defRPr lang="ru-RU" sz="1800"/>
            </a:lvl1pPr>
            <a:lvl2pPr marL="411480">
              <a:defRPr lang="ru-RU" sz="1600"/>
            </a:lvl2pPr>
            <a:lvl3pPr marL="685800">
              <a:defRPr lang="ru-RU" sz="1400"/>
            </a:lvl3pPr>
            <a:lvl4pPr marL="1051560">
              <a:defRPr lang="ru-RU" sz="1200"/>
            </a:lvl4pPr>
            <a:lvl5pPr marL="1417320">
              <a:defRPr lang="ru-RU" sz="10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Заполнитель таблицы 4">
            <a:extLst>
              <a:ext uri="{FF2B5EF4-FFF2-40B4-BE49-F238E27FC236}">
                <a16:creationId xmlns:a16="http://schemas.microsoft.com/office/drawing/2014/main" id="{4D2A92BD-8372-F61F-9551-6FA12079139B}"/>
              </a:ext>
            </a:extLst>
          </p:cNvPr>
          <p:cNvSpPr>
            <a:spLocks noGrp="1"/>
          </p:cNvSpPr>
          <p:nvPr>
            <p:ph type="tbl" sz="quarter" idx="28" hasCustomPrompt="1"/>
          </p:nvPr>
        </p:nvSpPr>
        <p:spPr>
          <a:xfrm>
            <a:off x="4902200" y="2795588"/>
            <a:ext cx="6478617" cy="3148012"/>
          </a:xfrm>
        </p:spPr>
        <p:txBody>
          <a:bodyPr rtlCol="0"/>
          <a:lstStyle>
            <a:lvl1pPr>
              <a:defRPr lang="ru-RU"/>
            </a:lvl1pPr>
          </a:lstStyle>
          <a:p>
            <a:pPr rtl="0"/>
            <a:r>
              <a:rPr lang="ru-RU"/>
              <a:t>Щелкните значок, чтобы вставить таблицу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661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объекта содержимого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Графический объект 4">
            <a:extLst>
              <a:ext uri="{FF2B5EF4-FFF2-40B4-BE49-F238E27FC236}">
                <a16:creationId xmlns:a16="http://schemas.microsoft.com/office/drawing/2014/main" id="{69EF52E1-6F3C-5D9B-32DC-A156BDDE2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647" b="86709"/>
          <a:stretch/>
        </p:blipFill>
        <p:spPr>
          <a:xfrm>
            <a:off x="-1" y="5946505"/>
            <a:ext cx="5304866" cy="911495"/>
          </a:xfrm>
          <a:custGeom>
            <a:avLst/>
            <a:gdLst>
              <a:gd name="connsiteX0" fmla="*/ 0 w 5304866"/>
              <a:gd name="connsiteY0" fmla="*/ 0 h 1912980"/>
              <a:gd name="connsiteX1" fmla="*/ 5304866 w 5304866"/>
              <a:gd name="connsiteY1" fmla="*/ 0 h 1912980"/>
              <a:gd name="connsiteX2" fmla="*/ 5304866 w 5304866"/>
              <a:gd name="connsiteY2" fmla="*/ 1912980 h 1912980"/>
              <a:gd name="connsiteX3" fmla="*/ 5304865 w 5304866"/>
              <a:gd name="connsiteY3" fmla="*/ 1912980 h 1912980"/>
              <a:gd name="connsiteX4" fmla="*/ 0 w 5304866"/>
              <a:gd name="connsiteY4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4866" h="1912980">
                <a:moveTo>
                  <a:pt x="0" y="0"/>
                </a:moveTo>
                <a:lnTo>
                  <a:pt x="5304866" y="0"/>
                </a:lnTo>
                <a:lnTo>
                  <a:pt x="5304866" y="1912980"/>
                </a:lnTo>
                <a:lnTo>
                  <a:pt x="5304865" y="1912980"/>
                </a:lnTo>
                <a:lnTo>
                  <a:pt x="0" y="1912980"/>
                </a:lnTo>
                <a:close/>
              </a:path>
            </a:pathLst>
          </a:custGeom>
        </p:spPr>
      </p:pic>
      <p:sp>
        <p:nvSpPr>
          <p:cNvPr id="9" name="Полилиния 8">
            <a:extLst>
              <a:ext uri="{FF2B5EF4-FFF2-40B4-BE49-F238E27FC236}">
                <a16:creationId xmlns:a16="http://schemas.microsoft.com/office/drawing/2014/main" id="{4510996E-0672-63AB-DCBF-25B251B2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7680" y="0"/>
            <a:ext cx="1694321" cy="2692400"/>
          </a:xfrm>
          <a:custGeom>
            <a:avLst/>
            <a:gdLst>
              <a:gd name="connsiteX0" fmla="*/ 1346200 w 1694321"/>
              <a:gd name="connsiteY0" fmla="*/ 0 h 2692400"/>
              <a:gd name="connsiteX1" fmla="*/ 1617506 w 1694321"/>
              <a:gd name="connsiteY1" fmla="*/ 27350 h 2692400"/>
              <a:gd name="connsiteX2" fmla="*/ 1694321 w 1694321"/>
              <a:gd name="connsiteY2" fmla="*/ 47101 h 2692400"/>
              <a:gd name="connsiteX3" fmla="*/ 1694321 w 1694321"/>
              <a:gd name="connsiteY3" fmla="*/ 528114 h 2692400"/>
              <a:gd name="connsiteX4" fmla="*/ 1692265 w 1694321"/>
              <a:gd name="connsiteY4" fmla="*/ 526998 h 2692400"/>
              <a:gd name="connsiteX5" fmla="*/ 1346199 w 1694321"/>
              <a:gd name="connsiteY5" fmla="*/ 457130 h 2692400"/>
              <a:gd name="connsiteX6" fmla="*/ 457130 w 1694321"/>
              <a:gd name="connsiteY6" fmla="*/ 1346199 h 2692400"/>
              <a:gd name="connsiteX7" fmla="*/ 1346199 w 1694321"/>
              <a:gd name="connsiteY7" fmla="*/ 2235268 h 2692400"/>
              <a:gd name="connsiteX8" fmla="*/ 1692265 w 1694321"/>
              <a:gd name="connsiteY8" fmla="*/ 2165401 h 2692400"/>
              <a:gd name="connsiteX9" fmla="*/ 1694321 w 1694321"/>
              <a:gd name="connsiteY9" fmla="*/ 2164285 h 2692400"/>
              <a:gd name="connsiteX10" fmla="*/ 1694321 w 1694321"/>
              <a:gd name="connsiteY10" fmla="*/ 2645299 h 2692400"/>
              <a:gd name="connsiteX11" fmla="*/ 1617506 w 1694321"/>
              <a:gd name="connsiteY11" fmla="*/ 2665050 h 2692400"/>
              <a:gd name="connsiteX12" fmla="*/ 1346200 w 1694321"/>
              <a:gd name="connsiteY12" fmla="*/ 2692400 h 2692400"/>
              <a:gd name="connsiteX13" fmla="*/ 0 w 1694321"/>
              <a:gd name="connsiteY13" fmla="*/ 1346200 h 2692400"/>
              <a:gd name="connsiteX14" fmla="*/ 1346200 w 1694321"/>
              <a:gd name="connsiteY14" fmla="*/ 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94321" h="2692400">
                <a:moveTo>
                  <a:pt x="1346200" y="0"/>
                </a:moveTo>
                <a:cubicBezTo>
                  <a:pt x="1439136" y="0"/>
                  <a:pt x="1529872" y="9417"/>
                  <a:pt x="1617506" y="27350"/>
                </a:cubicBezTo>
                <a:lnTo>
                  <a:pt x="1694321" y="47101"/>
                </a:lnTo>
                <a:lnTo>
                  <a:pt x="1694321" y="528114"/>
                </a:lnTo>
                <a:lnTo>
                  <a:pt x="1692265" y="526998"/>
                </a:lnTo>
                <a:cubicBezTo>
                  <a:pt x="1585898" y="482008"/>
                  <a:pt x="1468954" y="457130"/>
                  <a:pt x="1346199" y="457130"/>
                </a:cubicBez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468954" y="2235268"/>
                  <a:pt x="1585898" y="2210390"/>
                  <a:pt x="1692265" y="2165401"/>
                </a:cubicBezTo>
                <a:lnTo>
                  <a:pt x="1694321" y="2164285"/>
                </a:lnTo>
                <a:lnTo>
                  <a:pt x="1694321" y="2645299"/>
                </a:lnTo>
                <a:lnTo>
                  <a:pt x="1617506" y="2665050"/>
                </a:lnTo>
                <a:cubicBezTo>
                  <a:pt x="1529872" y="2682983"/>
                  <a:pt x="143913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1828800"/>
          </a:xfrm>
        </p:spPr>
        <p:txBody>
          <a:bodyPr lIns="0" tIns="0" rIns="0" bIns="0"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5DE2B4D4-87FA-ACC4-A0FD-E98B07CE98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5" y="3067050"/>
            <a:ext cx="6400800" cy="3048000"/>
          </a:xfrm>
        </p:spPr>
        <p:txBody>
          <a:bodyPr lIns="0" tIns="0" rIns="0" bIns="0" rtlCol="0"/>
          <a:lstStyle>
            <a:lvl1pPr marL="0" indent="0">
              <a:buNone/>
              <a:defRPr lang="ru-RU" sz="1800"/>
            </a:lvl1pPr>
            <a:lvl2pPr marL="411480">
              <a:defRPr lang="ru-RU" sz="1800"/>
            </a:lvl2pPr>
            <a:lvl3pPr marL="685800">
              <a:defRPr lang="ru-RU" sz="1800"/>
            </a:lvl3pPr>
            <a:lvl4pPr marL="1051560">
              <a:defRPr lang="ru-RU" sz="1800"/>
            </a:lvl4pPr>
            <a:lvl5pPr marL="1417320"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58F85D-7A7F-3D36-8C6A-6589D66D2AFD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861300" y="3067050"/>
            <a:ext cx="3519515" cy="3048000"/>
          </a:xfrm>
        </p:spPr>
        <p:txBody>
          <a:bodyPr lIns="0" tIns="0" rIns="0" bIns="0" rtlCol="0"/>
          <a:lstStyle>
            <a:lvl1pPr marL="342900" indent="-342900">
              <a:buFont typeface="+mj-lt"/>
              <a:buAutoNum type="arabicPeriod"/>
              <a:defRPr lang="ru-RU" sz="1800"/>
            </a:lvl1pPr>
            <a:lvl2pPr marL="525780" indent="-342900">
              <a:buFont typeface="+mj-lt"/>
              <a:buAutoNum type="alphaLcPeriod"/>
              <a:defRPr lang="ru-RU" sz="1800"/>
            </a:lvl2pPr>
            <a:lvl3pPr marL="800100" indent="-342900">
              <a:buFont typeface="+mj-lt"/>
              <a:buAutoNum type="arabicParenR"/>
              <a:defRPr lang="ru-RU" sz="1800"/>
            </a:lvl3pPr>
            <a:lvl4pPr marL="1165860" indent="-342900">
              <a:buFont typeface="+mj-lt"/>
              <a:buAutoNum type="alphaLcPeriod"/>
              <a:defRPr lang="ru-RU" sz="1800"/>
            </a:lvl4pPr>
            <a:lvl5pPr marL="1531620" indent="-342900">
              <a:buFont typeface="+mj-lt"/>
              <a:buAutoNum type="romanLcPeriod"/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6945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Графический объект 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028" b="67254"/>
          <a:stretch>
            <a:fillRect/>
          </a:stretch>
        </p:blipFill>
        <p:spPr>
          <a:xfrm>
            <a:off x="0" y="4612248"/>
            <a:ext cx="3769950" cy="2245753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Графический объект 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4" y="621973"/>
            <a:ext cx="7309086" cy="1828800"/>
          </a:xfrm>
        </p:spPr>
        <p:txBody>
          <a:bodyPr lIns="0" tIns="0" rIns="0" bIns="0"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Заполнитель таблицы 4">
            <a:extLst>
              <a:ext uri="{FF2B5EF4-FFF2-40B4-BE49-F238E27FC236}">
                <a16:creationId xmlns:a16="http://schemas.microsoft.com/office/drawing/2014/main" id="{3E0C7AAD-1535-12DC-133E-2253BF501721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811183" y="2757488"/>
            <a:ext cx="10548967" cy="339996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Щелкните значок, чтобы вставить таблицу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6974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48AC6985-AA41-BCAE-CEDF-E736D973B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4" y="612647"/>
            <a:ext cx="10002589" cy="3657600"/>
          </a:xfrm>
        </p:spPr>
        <p:txBody>
          <a:bodyPr lIns="0" tIns="0" rIns="0" bIns="0" rtlCol="0" anchor="b">
            <a:noAutofit/>
          </a:bodyPr>
          <a:lstStyle>
            <a:lvl1pPr mar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lang="ru-RU" sz="700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9" name="Подзаголовок 2">
            <a:extLst>
              <a:ext uri="{FF2B5EF4-FFF2-40B4-BE49-F238E27FC236}">
                <a16:creationId xmlns:a16="http://schemas.microsoft.com/office/drawing/2014/main" id="{A7B85660-94E4-85D1-95CA-415513A0355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1185" y="4724033"/>
            <a:ext cx="7000972" cy="1709423"/>
          </a:xfrm>
        </p:spPr>
        <p:txBody>
          <a:bodyPr lIns="0" tIns="0" rIns="0" bIns="0" rtlCol="0">
            <a:noAutofit/>
          </a:bodyPr>
          <a:lstStyle>
            <a:lvl1pPr marL="0" indent="0" algn="l">
              <a:buNone/>
              <a:defRPr lang="ru-RU" sz="2400" b="1" i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DCAF5C0-1B51-02B5-924D-230575353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4724034"/>
            <a:ext cx="2133966" cy="2133966"/>
            <a:chOff x="9654699" y="2229295"/>
            <a:chExt cx="2133966" cy="2133966"/>
          </a:xfrm>
        </p:grpSpPr>
        <p:sp>
          <p:nvSpPr>
            <p:cNvPr id="3" name="Полилиния 11">
              <a:extLst>
                <a:ext uri="{FF2B5EF4-FFF2-40B4-BE49-F238E27FC236}">
                  <a16:creationId xmlns:a16="http://schemas.microsoft.com/office/drawing/2014/main" id="{41AAE8D5-8E6A-7CBE-9018-DD8F3493D049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4" name="Полилиния 12">
              <a:extLst>
                <a:ext uri="{FF2B5EF4-FFF2-40B4-BE49-F238E27FC236}">
                  <a16:creationId xmlns:a16="http://schemas.microsoft.com/office/drawing/2014/main" id="{C694532E-B147-38A2-55EE-24483385016A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</p:grpSp>
      <p:pic>
        <p:nvPicPr>
          <p:cNvPr id="5" name="Графический объект 4">
            <a:extLst>
              <a:ext uri="{FF2B5EF4-FFF2-40B4-BE49-F238E27FC236}">
                <a16:creationId xmlns:a16="http://schemas.microsoft.com/office/drawing/2014/main" id="{114B3BE5-2D39-542C-00BB-A940C568E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2884" r="34757"/>
          <a:stretch>
            <a:fillRect/>
          </a:stretch>
        </p:blipFill>
        <p:spPr>
          <a:xfrm>
            <a:off x="7717670" y="0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88813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10569630" cy="1068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1185" y="1825625"/>
            <a:ext cx="1056963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lang="ru-RU"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lang="ru-RU"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5" r:id="rId3"/>
    <p:sldLayoutId id="2147483683" r:id="rId4"/>
    <p:sldLayoutId id="2147483684" r:id="rId5"/>
    <p:sldLayoutId id="2147483685" r:id="rId6"/>
    <p:sldLayoutId id="2147483671" r:id="rId7"/>
    <p:sldLayoutId id="2147483679" r:id="rId8"/>
    <p:sldLayoutId id="2147483676" r:id="rId9"/>
    <p:sldLayoutId id="2147483669" r:id="rId10"/>
    <p:sldLayoutId id="2147483673" r:id="rId11"/>
    <p:sldLayoutId id="2147483682" r:id="rId12"/>
    <p:sldLayoutId id="2147483656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000" b="1" i="0" kern="1200" spc="100" baseline="0">
          <a:solidFill>
            <a:schemeClr val="bg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8F8C2BF-A862-4D15-AC75-5E4702ED7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534" y="2595833"/>
            <a:ext cx="9084482" cy="1320712"/>
          </a:xfrm>
        </p:spPr>
        <p:txBody>
          <a:bodyPr/>
          <a:lstStyle/>
          <a:p>
            <a:r>
              <a:rPr lang="ru-RU" sz="6000" dirty="0"/>
              <a:t>Сюжетная игра «</a:t>
            </a:r>
            <a:r>
              <a:rPr lang="en-US" sz="6000" dirty="0"/>
              <a:t>Seeker Knight</a:t>
            </a:r>
            <a:r>
              <a:rPr lang="ru-RU" sz="6000" dirty="0"/>
              <a:t>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EC26D-0806-4E8B-BFF3-D485C0CAE2B5}"/>
              </a:ext>
            </a:extLst>
          </p:cNvPr>
          <p:cNvSpPr txBox="1"/>
          <p:nvPr/>
        </p:nvSpPr>
        <p:spPr>
          <a:xfrm>
            <a:off x="555477" y="3957005"/>
            <a:ext cx="91035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accent4"/>
                </a:solidFill>
                <a:latin typeface="+mj-lt"/>
              </a:rPr>
              <a:t>Выполнили: </a:t>
            </a:r>
            <a:r>
              <a:rPr lang="ru-RU" sz="3200" dirty="0" err="1">
                <a:solidFill>
                  <a:schemeClr val="accent4"/>
                </a:solidFill>
                <a:latin typeface="+mj-lt"/>
              </a:rPr>
              <a:t>Бровинова</a:t>
            </a:r>
            <a:r>
              <a:rPr lang="ru-RU" sz="3200" dirty="0">
                <a:solidFill>
                  <a:schemeClr val="accent4"/>
                </a:solidFill>
                <a:latin typeface="+mj-lt"/>
              </a:rPr>
              <a:t> Елизавета, Богданова Екатерина</a:t>
            </a:r>
          </a:p>
        </p:txBody>
      </p:sp>
    </p:spTree>
    <p:extLst>
      <p:ext uri="{BB962C8B-B14F-4D97-AF65-F5344CB8AC3E}">
        <p14:creationId xmlns:p14="http://schemas.microsoft.com/office/powerpoint/2010/main" val="3421401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E2ABBA-2E6D-E7DD-AC67-58D1FCB3F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905194"/>
            <a:ext cx="6400800" cy="77794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4400" dirty="0"/>
              <a:t>Введение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9401105-5841-28D0-D6C0-3E1A46648BF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1185" y="2054595"/>
            <a:ext cx="6400800" cy="325755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2800" dirty="0">
                <a:latin typeface="+mj-lt"/>
              </a:rPr>
              <a:t>По сюжету игры, игрок-рыцарь случайно зашел в замок лорда. Теперь ему предстоит разгадать все загадки этого особняка!</a:t>
            </a:r>
          </a:p>
          <a:p>
            <a:pPr rtl="0"/>
            <a:r>
              <a:rPr lang="ru-RU" sz="2800" dirty="0">
                <a:latin typeface="+mj-lt"/>
              </a:rPr>
              <a:t>Данная игра совмещает в себе и сюжетную игру, и игру-головоломку.</a:t>
            </a:r>
          </a:p>
        </p:txBody>
      </p:sp>
    </p:spTree>
    <p:extLst>
      <p:ext uri="{BB962C8B-B14F-4D97-AF65-F5344CB8AC3E}">
        <p14:creationId xmlns:p14="http://schemas.microsoft.com/office/powerpoint/2010/main" val="4294866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D6FA43-637B-EF8D-3849-CFD9352B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64" y="455075"/>
            <a:ext cx="8073870" cy="1244254"/>
          </a:xfrm>
        </p:spPr>
        <p:txBody>
          <a:bodyPr rtlCol="0" anchor="ctr"/>
          <a:lstStyle>
            <a:defPPr>
              <a:defRPr lang="ru-RU"/>
            </a:defPPr>
          </a:lstStyle>
          <a:p>
            <a:pPr rtl="0"/>
            <a:r>
              <a:rPr lang="ru-RU" sz="4400" dirty="0"/>
              <a:t>Описание реализации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7F5DDA-BED5-4021-B417-913A27B9BEDA}"/>
              </a:ext>
            </a:extLst>
          </p:cNvPr>
          <p:cNvSpPr txBox="1"/>
          <p:nvPr/>
        </p:nvSpPr>
        <p:spPr>
          <a:xfrm>
            <a:off x="527964" y="1804524"/>
            <a:ext cx="838334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+mj-lt"/>
              </a:rPr>
              <a:t>В начале игры пользователь видит главное меню. По окончании игры – финальное окно, в котором написана концовка игры и результаты прохождения.</a:t>
            </a:r>
          </a:p>
          <a:p>
            <a:endParaRPr lang="ru-RU" sz="2400" dirty="0">
              <a:solidFill>
                <a:schemeClr val="bg1"/>
              </a:solidFill>
              <a:latin typeface="+mj-lt"/>
            </a:endParaRPr>
          </a:p>
          <a:p>
            <a:r>
              <a:rPr lang="ru-RU" sz="2400" dirty="0">
                <a:solidFill>
                  <a:schemeClr val="bg1"/>
                </a:solidFill>
                <a:latin typeface="+mj-lt"/>
              </a:rPr>
              <a:t> В программе используется камера, которая позволяет менять локации.</a:t>
            </a:r>
          </a:p>
          <a:p>
            <a:endParaRPr lang="ru-RU" sz="2400" dirty="0">
              <a:solidFill>
                <a:schemeClr val="bg1"/>
              </a:solidFill>
              <a:latin typeface="+mj-lt"/>
            </a:endParaRPr>
          </a:p>
          <a:p>
            <a:r>
              <a:rPr lang="ru-RU" sz="2400" dirty="0">
                <a:solidFill>
                  <a:schemeClr val="bg1"/>
                </a:solidFill>
                <a:latin typeface="+mj-lt"/>
              </a:rPr>
              <a:t>В базе данных хранится информация об уровнях: сколько ключей и очков сейчас пользователь может получить.</a:t>
            </a:r>
          </a:p>
        </p:txBody>
      </p:sp>
    </p:spTree>
    <p:extLst>
      <p:ext uri="{BB962C8B-B14F-4D97-AF65-F5344CB8AC3E}">
        <p14:creationId xmlns:p14="http://schemas.microsoft.com/office/powerpoint/2010/main" val="1198221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B7C4DB8A-F6D0-FE86-2F30-5BB5576A593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40467" y="1187271"/>
            <a:ext cx="5755533" cy="430759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2400" dirty="0">
                <a:latin typeface="+mj-lt"/>
              </a:rPr>
              <a:t>Когда игрок проходит уровень, он получает очки и ключи. Ключи выдаются при посещении комнаты, а очки только при правильном решении головоломки или загадки.</a:t>
            </a:r>
          </a:p>
          <a:p>
            <a:pPr rtl="0"/>
            <a:r>
              <a:rPr lang="ru-RU" sz="2400" dirty="0">
                <a:latin typeface="+mj-lt"/>
              </a:rPr>
              <a:t>После прохождения двух этажей, выполняется проверка: если собрано меньше 7 ключей, доступ на 3 этаж заблокирован. Количество очков же влияет на концовку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8FFE78-BB5A-46F4-B4B7-ED000334A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590" y="440265"/>
            <a:ext cx="6002866" cy="31984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69896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09B1ED-4D78-65EC-0579-DA9E41D7C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545342"/>
            <a:ext cx="6128000" cy="761766"/>
          </a:xfrm>
        </p:spPr>
        <p:txBody>
          <a:bodyPr rtlCol="0" anchor="b"/>
          <a:lstStyle>
            <a:defPPr>
              <a:defRPr lang="ru-RU"/>
            </a:defPPr>
          </a:lstStyle>
          <a:p>
            <a:pPr rtl="0"/>
            <a:r>
              <a:rPr lang="ru-RU" sz="4400" dirty="0"/>
              <a:t>Заключение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051EAA32-913D-25AC-CC36-C39DAE7FE6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1185" y="1585970"/>
            <a:ext cx="6400799" cy="1966747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solidFill>
                <a:schemeClr val="bg1"/>
              </a:solidFill>
            </a:endParaRPr>
          </a:p>
          <a:p>
            <a:pPr rtl="0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205451-30B7-46F5-B39F-6B0964AB4D80}"/>
              </a:ext>
            </a:extLst>
          </p:cNvPr>
          <p:cNvSpPr txBox="1"/>
          <p:nvPr/>
        </p:nvSpPr>
        <p:spPr>
          <a:xfrm>
            <a:off x="811185" y="1864832"/>
            <a:ext cx="6128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+mj-lt"/>
              </a:rPr>
              <a:t>Процент вклада: 60</a:t>
            </a:r>
            <a:r>
              <a:rPr lang="en-US" sz="2400" dirty="0">
                <a:solidFill>
                  <a:schemeClr val="bg1"/>
                </a:solidFill>
                <a:latin typeface="+mj-lt"/>
              </a:rPr>
              <a:t>% - </a:t>
            </a:r>
            <a:r>
              <a:rPr lang="ru-RU" sz="2400" dirty="0">
                <a:solidFill>
                  <a:schemeClr val="bg1"/>
                </a:solidFill>
                <a:latin typeface="+mj-lt"/>
              </a:rPr>
              <a:t>Лиза</a:t>
            </a:r>
          </a:p>
          <a:p>
            <a:r>
              <a:rPr lang="ru-RU" sz="2400" dirty="0">
                <a:solidFill>
                  <a:schemeClr val="bg1"/>
                </a:solidFill>
                <a:latin typeface="+mj-lt"/>
              </a:rPr>
              <a:t>			  40% - Катя</a:t>
            </a:r>
          </a:p>
          <a:p>
            <a:endParaRPr lang="ru-RU" sz="2400" dirty="0">
              <a:solidFill>
                <a:schemeClr val="bg1"/>
              </a:solidFill>
              <a:latin typeface="+mj-lt"/>
            </a:endParaRPr>
          </a:p>
          <a:p>
            <a:r>
              <a:rPr lang="ru-RU" sz="2400" dirty="0">
                <a:solidFill>
                  <a:schemeClr val="bg1"/>
                </a:solidFill>
                <a:latin typeface="+mj-lt"/>
              </a:rPr>
              <a:t>В последующем в игру может быть добавлено большее количество уровней, сложность которых может повышаться. Также присутствует перспектива развития сюжета.</a:t>
            </a:r>
          </a:p>
        </p:txBody>
      </p:sp>
    </p:spTree>
    <p:extLst>
      <p:ext uri="{BB962C8B-B14F-4D97-AF65-F5344CB8AC3E}">
        <p14:creationId xmlns:p14="http://schemas.microsoft.com/office/powerpoint/2010/main" val="866310751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Training-presentation">
      <a:dk1>
        <a:srgbClr val="000000"/>
      </a:dk1>
      <a:lt1>
        <a:srgbClr val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Custom 12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49729_TF03460604_Win32" id="{3421228E-0A75-42B8-B906-17443B18DC64}" vid="{9E4A653F-468B-4614-BF45-FABFA4F9C3B1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B6D968-3BA5-45CA-AFA4-01F84FB04F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7C52C5-6F65-4D42-B855-A3283C55581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354E976-D9B8-49D6-BB1E-30B410663C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Обучающая презентация</Template>
  <TotalTime>71</TotalTime>
  <Words>196</Words>
  <Application>Microsoft Office PowerPoint</Application>
  <PresentationFormat>Широкоэкранный</PresentationFormat>
  <Paragraphs>23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Arial Black</vt:lpstr>
      <vt:lpstr>Calibri</vt:lpstr>
      <vt:lpstr>Пользовательская</vt:lpstr>
      <vt:lpstr>Сюжетная игра «Seeker Knight»</vt:lpstr>
      <vt:lpstr>Введение</vt:lpstr>
      <vt:lpstr>Описание реализации</vt:lpstr>
      <vt:lpstr>Презентация PowerPoint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Сюжетная игра «Seeker Knight»</dc:title>
  <dc:creator>Katya</dc:creator>
  <cp:lastModifiedBy>Katya</cp:lastModifiedBy>
  <cp:revision>7</cp:revision>
  <dcterms:created xsi:type="dcterms:W3CDTF">2026-01-15T19:49:43Z</dcterms:created>
  <dcterms:modified xsi:type="dcterms:W3CDTF">2026-01-19T20:49:54Z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